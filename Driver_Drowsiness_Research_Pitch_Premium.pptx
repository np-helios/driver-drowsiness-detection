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530352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RESEARCH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863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Adaptive Driver Drowsiness Detection</a:t>
            </a:r>
            <a:br/>
            <a:r>
              <a:t>Using Personalized Baseline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 real-time, explainable, and deployment-aware driver monitoring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4389120" cy="118872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Nishtha Pandey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B.Tech CSE | Manipal University Jaipur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097280"/>
            <a:ext cx="2697480" cy="44805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Most drowsiness systems assume a universal blink rule.</a:t>
            </a:r>
          </a:p>
          <a:p>
            <a:pPr algn="ctr">
              <a:defRPr sz="1500">
                <a:solidFill>
                  <a:srgbClr val="38BDF8"/>
                </a:solidFill>
              </a:defRPr>
            </a:pPr>
            <a:r>
              <a:t>This project replaces that assumption with personalized baseline modeling.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Problem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Driver drowsiness is a major safety risk that reduces reaction time and concentration.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Vision-based monitoring is non-invasive, low-cost, and suitable for continuous observation.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Most existing low-cost systems still rely on static thresholds shared by all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Key issue: generic thresholds do not reflect natural differences between drivers.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Research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Natural blink rate, eye openness, and fatigue expression vary from person to person.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Fixed EAR thresholds often create false positives and false negatives.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Few practical systems combine personalization, explainability, and deployment awareness.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We need a personalized, real-time, and deployable drowsiness detection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Proposed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Learn the driver’s normal behavior during an initial calibration period.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Track EAR, MAR, and 3D head pose continuously in real time.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Compute fatigue through deviation from the driver’s own baseline instead of universal rules.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Generate alerts, break recommendations, and runtime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Core idea: drowsiness is personal, so detection should be personal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End-to-end architecture of the adaptive monitoring framework.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Feature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EAR measures eye openness and sustained eye closure.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MAR captures mouth opening and yawn-like behavior.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3D head pose adds yaw, pitch, and roll as additional fatigue cues.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Multi-signal monitoring is more robust than single-feature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detector combines eye, mouth, and head behavior into one interpretable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Personalized Baseline 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5_baselin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The system first learns the driver and then monitors deviation from that learned profile.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Deviation-Based Fatigue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6_deviation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Fatigue is inferred from abnormal change relative to the individual’s baseline.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Alert and Yawn Validation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8_aler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Normal short blinks and casual mouth opening are filtered before triggering an alert.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Implementation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Migrated the runtime from dlib to MediaPipe for modern compatibility.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Refactored the monolithic prototype into a modular Python package.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Added baseline persistence, event logging, session analytics, and deployment paths.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Improved yawn logic to reduce false positives from speaking.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project evolved from a script prototype into a structured, research-ready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Deployment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7_deploy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Local runtime reflects practical edge deployment, while the hosted app demonstrates accessibility.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Current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Real-time local monitoring runs successfully with live facial boxes and fatigue scoring.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The system builds and reuses a per-driver baseline profile.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Alerts trigger only for sustained abnormal behavior rather than normal blinks.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Hosted deployment is available for public demonstration, though with browser-server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strongest real-time behavior is achieved in the local edge-style runtime.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Live Output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9_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Representative interface of the final real-time local monitoring system.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Research Contribution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0_contribu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Summary of the technical contributions implemented in the project.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Limitations and 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No large-scale multi-user evaluation has been completed yet.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Hosted browser deployment is slower than native local execution.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Future work includes gaze estimation, PERCLOS, low-light robustness, and embedded edge deployment.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A comparative study against fixed-threshold systems would strengthen the research contribution further.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current system is a strong prototype and a solid base for research-paper-level extension.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Driver drowsiness detection should not rely on universal blink rules.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Personalized baseline modeling improves realism, explainability, and technical defensibility.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This project demonstrates a practical pipeline combining EAR, MAR, head pose, and adaptive scoring.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The local runtime is closest to real edge deployment, while the hosted version shows public deployability.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Final takeaway: adaptive personalization is a stronger foundation than one-size-fits-all thresholding.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640080"/>
            <a:ext cx="2743200" cy="2743200"/>
          </a:xfrm>
          <a:prstGeom prst="ellipse">
            <a:avLst/>
          </a:prstGeom>
          <a:solidFill>
            <a:srgbClr val="101E3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FDBFE"/>
                </a:solidFill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